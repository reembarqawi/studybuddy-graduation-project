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A1D"/>
    <a:srgbClr val="347A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6F17A-656E-447F-BE96-6733D3239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62C98-3150-4BD5-9954-7EF432909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3B7E6-B8A4-4B99-B4CA-BCCCC2325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6B51-499B-42BE-A31E-42648A9ACAC0}" type="datetimeFigureOut">
              <a:rPr lang="en-IN" smtClean="0"/>
              <a:t>06-07-2021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26CBD-316C-4618-A3A9-0E997A41C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C4F25-F710-4816-B1E3-E8F80AFC3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FCDB-0632-4F02-8BA4-D3E0752B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611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C9476-8535-44B6-957B-CF79F0B1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DE5DC-2E52-4ED5-87E6-413929679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83C4-6382-4AF5-B338-9C72C9631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6B51-499B-42BE-A31E-42648A9ACAC0}" type="datetimeFigureOut">
              <a:rPr lang="en-IN" smtClean="0"/>
              <a:t>06-07-2021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4984C-3C27-46FE-B7F0-799AABE1A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64F76-6215-49C0-8FE8-DA9A5ADE5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FCDB-0632-4F02-8BA4-D3E0752B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98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4DD14-BBBD-4FAC-9F6D-5626B92D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F15F8-770E-4CA0-A183-7F989834C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932DC-3326-4925-A610-9EF33CB81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6B51-499B-42BE-A31E-42648A9ACAC0}" type="datetimeFigureOut">
              <a:rPr lang="en-IN" smtClean="0"/>
              <a:t>06-07-2021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5544F-119A-4D67-8E06-034701065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72712-6ABA-453F-A0F4-C73E007C9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FCDB-0632-4F02-8BA4-D3E0752B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48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57AD1-68DD-4D66-BB23-4E0FFB34E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F8E69-EDEA-4B59-A465-7D3A7AEDE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EF5D7-F2DE-4A82-90BB-EDDC1427E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EC17E-1FCA-42D2-9BA3-833AA47FE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6B51-499B-42BE-A31E-42648A9ACAC0}" type="datetimeFigureOut">
              <a:rPr lang="en-IN" smtClean="0"/>
              <a:t>06-07-2021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23B14-A96C-4514-8F7F-848E6C7E0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3A11A-8290-444A-B129-BE40C18BE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FCDB-0632-4F02-8BA4-D3E0752B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886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4743-B802-4233-9776-7C7E9FE55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FA8F7-85FF-4657-B71A-4EA8FF3F7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34522-3333-40A6-BF12-4CABFCCAF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74CC8-6F8D-4106-8586-8AC555CBE9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DF8F59-7B84-44E5-ADEE-4D6232BF2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60589-D3C5-4B17-862C-2CCB0F4B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6B51-499B-42BE-A31E-42648A9ACAC0}" type="datetimeFigureOut">
              <a:rPr lang="en-IN" smtClean="0"/>
              <a:t>06-07-2021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74EFEA-61D8-4AB1-AE86-91EFAC38E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B3EBB-73F0-49D1-9978-4D4C9DFBD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FCDB-0632-4F02-8BA4-D3E0752B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85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4C7B1-5E13-4126-8468-3EA2150BC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A695A-126A-44FC-AD98-E371C642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6B51-499B-42BE-A31E-42648A9ACAC0}" type="datetimeFigureOut">
              <a:rPr lang="en-IN" smtClean="0"/>
              <a:t>06-07-2021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80B07-A037-4450-B6FA-87C64971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3ECD0-F7F7-42F0-B01A-A65FC4BF6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FCDB-0632-4F02-8BA4-D3E0752B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05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508A9-240F-4D90-AC9D-B33AFEE0D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6B51-499B-42BE-A31E-42648A9ACAC0}" type="datetimeFigureOut">
              <a:rPr lang="en-IN" smtClean="0"/>
              <a:t>06-07-2021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E991B-2F44-4478-B3D3-AAC151E83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9BB27-0AC2-4F2D-964E-59D880BE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FCDB-0632-4F02-8BA4-D3E0752BFC42}" type="slidenum">
              <a:rPr lang="en-IN" smtClean="0"/>
              <a:t>‹#›</a:t>
            </a:fld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0B5BF0-CA19-4435-B18F-7659FA6915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9433" y="0"/>
            <a:ext cx="6142180" cy="6858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962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C8ED0-D304-460B-87A6-96E2A8B5A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88A8E-4AE2-4730-8E3D-547150B63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9C470-C76D-4A93-B792-A94255F12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0AE75-82CA-4571-80BF-3DA8306B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6B51-499B-42BE-A31E-42648A9ACAC0}" type="datetimeFigureOut">
              <a:rPr lang="en-IN" smtClean="0"/>
              <a:t>06-07-2021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14DC6B-0E10-434A-B96B-6BE6BC79B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356A4-835F-4863-ABB3-AA8372D69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FCDB-0632-4F02-8BA4-D3E0752B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800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67998-FCA7-46B6-B40F-09FFCC8D7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3985F-603F-4A9B-ACED-A87FCC6B8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959B0-C048-4254-B192-B54A2A7D9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E80B7-43DE-4B5F-8D58-D33D57655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6B51-499B-42BE-A31E-42648A9ACAC0}" type="datetimeFigureOut">
              <a:rPr lang="en-IN" smtClean="0"/>
              <a:t>06-07-2021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DEFEA-39FE-4639-874C-D28A878C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5155D-E039-4D6B-98D6-1A4E83713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FCDB-0632-4F02-8BA4-D3E0752B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924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37C81-1CE6-447E-83E7-EC45BB927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A8A28-0530-4E7C-A817-CF215271A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CA532-324F-4D96-AF09-A1912B17E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6B51-499B-42BE-A31E-42648A9ACAC0}" type="datetimeFigureOut">
              <a:rPr lang="en-IN" smtClean="0"/>
              <a:t>06-07-2021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74028-5B96-401D-85DD-8BD65BACA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76357-BC4F-4CE3-8C82-3180B3F5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FCDB-0632-4F02-8BA4-D3E0752B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288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F77BE1-9692-4621-B9A9-26BBCACC96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BC0BE-1E5B-42FC-BFE9-B37C6C799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FAEC2-844D-4F05-80C8-095F8B0D3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A6B51-499B-42BE-A31E-42648A9ACAC0}" type="datetimeFigureOut">
              <a:rPr lang="en-IN" smtClean="0"/>
              <a:t>06-07-2021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871E1-7DA5-4315-8D07-C2EB2EF99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DAE40-8C02-4E41-8913-BEE27C86A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FCDB-0632-4F02-8BA4-D3E0752B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149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DFC51-BEA0-40DA-8883-B5BC15FE1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0F5D9-5AA5-429B-AFCF-89E01D7F2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AD096-D0D0-48D3-9D5B-D3E3353FBA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A6B51-499B-42BE-A31E-42648A9ACAC0}" type="datetimeFigureOut">
              <a:rPr lang="en-IN" smtClean="0"/>
              <a:t>06-07-2021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50CD1-D4AB-4621-A611-9C6D0B9DAC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4911-555E-4408-B751-73AC95C85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4FCDB-0632-4F02-8BA4-D3E0752B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865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A519FA3-97B6-45C2-9BAD-08A112BC074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7" r="20107"/>
          <a:stretch>
            <a:fillRect/>
          </a:stretch>
        </p:blipFill>
        <p:spPr/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D3F764D-8358-47D3-BA52-61AE723572A8}"/>
              </a:ext>
            </a:extLst>
          </p:cNvPr>
          <p:cNvSpPr/>
          <p:nvPr/>
        </p:nvSpPr>
        <p:spPr>
          <a:xfrm>
            <a:off x="409433" y="0"/>
            <a:ext cx="6142180" cy="6858000"/>
          </a:xfrm>
          <a:prstGeom prst="rect">
            <a:avLst/>
          </a:pr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Python icon - Free download on Iconfinder">
            <a:extLst>
              <a:ext uri="{FF2B5EF4-FFF2-40B4-BE49-F238E27FC236}">
                <a16:creationId xmlns:a16="http://schemas.microsoft.com/office/drawing/2014/main" id="{9574223D-4AD3-4739-A417-4F80365AF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316" y="1413793"/>
            <a:ext cx="4030414" cy="4030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3457260-2EFC-4802-BC71-F33DDA862EEB}"/>
              </a:ext>
            </a:extLst>
          </p:cNvPr>
          <p:cNvSpPr/>
          <p:nvPr/>
        </p:nvSpPr>
        <p:spPr>
          <a:xfrm>
            <a:off x="6551613" y="0"/>
            <a:ext cx="144659" cy="6858000"/>
          </a:xfrm>
          <a:prstGeom prst="rect">
            <a:avLst/>
          </a:prstGeom>
          <a:solidFill>
            <a:srgbClr val="FFCA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FCD5A0-D90D-46CB-8925-4CAF4DCDE834}"/>
              </a:ext>
            </a:extLst>
          </p:cNvPr>
          <p:cNvSpPr/>
          <p:nvPr/>
        </p:nvSpPr>
        <p:spPr>
          <a:xfrm>
            <a:off x="279356" y="0"/>
            <a:ext cx="144659" cy="6858000"/>
          </a:xfrm>
          <a:prstGeom prst="rect">
            <a:avLst/>
          </a:prstGeom>
          <a:solidFill>
            <a:srgbClr val="347A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512D4F2-E038-4B17-81C0-C66A84242CAF}"/>
              </a:ext>
            </a:extLst>
          </p:cNvPr>
          <p:cNvGrpSpPr/>
          <p:nvPr/>
        </p:nvGrpSpPr>
        <p:grpSpPr>
          <a:xfrm>
            <a:off x="7537495" y="595431"/>
            <a:ext cx="3736061" cy="5697917"/>
            <a:chOff x="7256167" y="595431"/>
            <a:chExt cx="3736061" cy="569791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1EC74B0-69FA-4D25-8554-7D80D31993E7}"/>
                </a:ext>
              </a:extLst>
            </p:cNvPr>
            <p:cNvGrpSpPr/>
            <p:nvPr/>
          </p:nvGrpSpPr>
          <p:grpSpPr>
            <a:xfrm>
              <a:off x="7737573" y="595431"/>
              <a:ext cx="3254655" cy="5697917"/>
              <a:chOff x="7585173" y="590737"/>
              <a:chExt cx="3254655" cy="5697917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D3AB21-8855-440F-9F3E-A990D4C8AAC9}"/>
                  </a:ext>
                </a:extLst>
              </p:cNvPr>
              <p:cNvSpPr txBox="1"/>
              <p:nvPr/>
            </p:nvSpPr>
            <p:spPr>
              <a:xfrm>
                <a:off x="7585173" y="590737"/>
                <a:ext cx="315844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b="0" i="0" u="none" strike="noStrike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latin typeface="Georgia" panose="02040502050405020303" pitchFamily="18" charset="0"/>
                  </a:rPr>
                  <a:t>Python PPT</a:t>
                </a:r>
                <a:r>
                  <a:rPr lang="en-IN" sz="3200" b="0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latin typeface="Georgia" panose="02040502050405020303" pitchFamily="18" charset="0"/>
                  </a:rPr>
                  <a:t>  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6B2EDC4-EEF2-475D-A945-E0D3C77B5CB3}"/>
                  </a:ext>
                </a:extLst>
              </p:cNvPr>
              <p:cNvGrpSpPr/>
              <p:nvPr/>
            </p:nvGrpSpPr>
            <p:grpSpPr>
              <a:xfrm>
                <a:off x="7585173" y="1508924"/>
                <a:ext cx="3254655" cy="4779730"/>
                <a:chOff x="7585173" y="1508924"/>
                <a:chExt cx="3254655" cy="4779730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84BA80C-188C-45DD-B313-8C0DF862C385}"/>
                    </a:ext>
                  </a:extLst>
                </p:cNvPr>
                <p:cNvSpPr txBox="1"/>
                <p:nvPr/>
              </p:nvSpPr>
              <p:spPr>
                <a:xfrm>
                  <a:off x="7585174" y="1508924"/>
                  <a:ext cx="3254654" cy="677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1219170">
                    <a:spcBef>
                      <a:spcPct val="20000"/>
                    </a:spcBef>
                    <a:defRPr/>
                  </a:pPr>
                  <a:r>
                    <a:rPr lang="en-US" sz="14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Georgia" panose="02040502050405020303" pitchFamily="18" charset="0"/>
                    </a:rPr>
                    <a:t>Python was a hobby project</a:t>
                  </a:r>
                </a:p>
                <a:p>
                  <a:r>
                    <a:rPr lang="en-US" sz="1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Georgia Pro Light" panose="02040302050405020303" pitchFamily="18" charset="0"/>
                    </a:rPr>
                    <a:t>Lorem ipsum dolor sit </a:t>
                  </a:r>
                  <a:r>
                    <a:rPr lang="en-US" sz="12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Georgia Pro Light" panose="02040302050405020303" pitchFamily="18" charset="0"/>
                    </a:rPr>
                    <a:t>amet</a:t>
                  </a:r>
                  <a:r>
                    <a:rPr lang="en-US" sz="1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Georgia Pro Light" panose="02040302050405020303" pitchFamily="18" charset="0"/>
                    </a:rPr>
                    <a:t>, consectetur adipiscing elit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D3E1153-EDCF-41AC-8534-BF31B0DB4AE3}"/>
                    </a:ext>
                  </a:extLst>
                </p:cNvPr>
                <p:cNvSpPr txBox="1"/>
                <p:nvPr/>
              </p:nvSpPr>
              <p:spPr>
                <a:xfrm>
                  <a:off x="7585173" y="2781054"/>
                  <a:ext cx="3158445" cy="7140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1219170">
                    <a:spcBef>
                      <a:spcPct val="20000"/>
                    </a:spcBef>
                    <a:defRPr/>
                  </a:pPr>
                  <a:r>
                    <a:rPr lang="en-IN" sz="14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Georgia" panose="02040502050405020303" pitchFamily="18" charset="0"/>
                    </a:rPr>
                    <a:t>Guido van Rossum</a:t>
                  </a:r>
                </a:p>
                <a:p>
                  <a:pPr defTabSz="1219170">
                    <a:spcBef>
                      <a:spcPct val="20000"/>
                    </a:spcBef>
                    <a:defRPr/>
                  </a:pPr>
                  <a:r>
                    <a:rPr lang="en-US" sz="1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Georgia Pro Light" panose="02040302050405020303" pitchFamily="18" charset="0"/>
                    </a:rPr>
                    <a:t>Lorem ipsum dolor sit </a:t>
                  </a:r>
                  <a:r>
                    <a:rPr lang="en-US" sz="12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Georgia Pro Light" panose="02040302050405020303" pitchFamily="18" charset="0"/>
                    </a:rPr>
                    <a:t>amet</a:t>
                  </a:r>
                  <a:r>
                    <a:rPr lang="en-US" sz="1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Georgia Pro Light" panose="02040302050405020303" pitchFamily="18" charset="0"/>
                    </a:rPr>
                    <a:t>, consectetur adipiscing elit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CDE0885-35EC-4134-B182-ABEB0E86CE0F}"/>
                    </a:ext>
                  </a:extLst>
                </p:cNvPr>
                <p:cNvSpPr txBox="1"/>
                <p:nvPr/>
              </p:nvSpPr>
              <p:spPr>
                <a:xfrm>
                  <a:off x="7585173" y="4179372"/>
                  <a:ext cx="3158445" cy="677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1219170">
                    <a:spcBef>
                      <a:spcPct val="20000"/>
                    </a:spcBef>
                    <a:defRPr/>
                  </a:pPr>
                  <a:r>
                    <a:rPr lang="en-IN" sz="14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Georgia" panose="02040502050405020303" pitchFamily="18" charset="0"/>
                    </a:rPr>
                    <a:t>programming language</a:t>
                  </a:r>
                </a:p>
                <a:p>
                  <a:r>
                    <a:rPr lang="en-US" sz="1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Georgia Pro Light" panose="02040302050405020303" pitchFamily="18" charset="0"/>
                    </a:rPr>
                    <a:t>Lorem ipsum dolor sit </a:t>
                  </a:r>
                  <a:r>
                    <a:rPr lang="en-US" sz="12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Georgia Pro Light" panose="02040302050405020303" pitchFamily="18" charset="0"/>
                    </a:rPr>
                    <a:t>amet</a:t>
                  </a:r>
                  <a:r>
                    <a:rPr lang="en-US" sz="1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Georgia Pro Light" panose="02040302050405020303" pitchFamily="18" charset="0"/>
                    </a:rPr>
                    <a:t>, consectetur adipiscing elit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5ABF461-3F8B-48FC-B5A0-75EF1B89910F}"/>
                    </a:ext>
                  </a:extLst>
                </p:cNvPr>
                <p:cNvSpPr txBox="1"/>
                <p:nvPr/>
              </p:nvSpPr>
              <p:spPr>
                <a:xfrm>
                  <a:off x="7585173" y="5574612"/>
                  <a:ext cx="3158445" cy="7140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1219170">
                    <a:spcBef>
                      <a:spcPct val="20000"/>
                    </a:spcBef>
                    <a:defRPr/>
                  </a:pPr>
                  <a:r>
                    <a:rPr lang="en-US" sz="14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Georgia" panose="02040502050405020303" pitchFamily="18" charset="0"/>
                    </a:rPr>
                    <a:t>Used for </a:t>
                  </a:r>
                  <a:r>
                    <a:rPr lang="en-IN" sz="14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Georgia" panose="02040502050405020303" pitchFamily="18" charset="0"/>
                    </a:rPr>
                    <a:t>web development</a:t>
                  </a:r>
                  <a:endParaRPr lang="en-US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Georgia" panose="02040502050405020303" pitchFamily="18" charset="0"/>
                  </a:endParaRPr>
                </a:p>
                <a:p>
                  <a:pPr defTabSz="1219170">
                    <a:spcBef>
                      <a:spcPct val="20000"/>
                    </a:spcBef>
                    <a:defRPr/>
                  </a:pPr>
                  <a:endParaRPr lang="en-US" sz="200" b="1" dirty="0">
                    <a:solidFill>
                      <a:srgbClr val="4D4D4D"/>
                    </a:solidFill>
                    <a:latin typeface="Candara" panose="020E0502030303020204" pitchFamily="34" charset="0"/>
                  </a:endParaRPr>
                </a:p>
                <a:p>
                  <a:r>
                    <a:rPr lang="en-US" sz="1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Georgia Pro Light" panose="02040302050405020303" pitchFamily="18" charset="0"/>
                    </a:rPr>
                    <a:t>Lorem ipsum dolor sit </a:t>
                  </a:r>
                  <a:r>
                    <a:rPr lang="en-US" sz="1200" dirty="0" err="1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Georgia Pro Light" panose="02040302050405020303" pitchFamily="18" charset="0"/>
                    </a:rPr>
                    <a:t>amet</a:t>
                  </a:r>
                  <a:r>
                    <a:rPr lang="en-US" sz="1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Georgia Pro Light" panose="02040302050405020303" pitchFamily="18" charset="0"/>
                    </a:rPr>
                    <a:t>, consectetur adipiscing elit</a:t>
                  </a:r>
                </a:p>
              </p:txBody>
            </p:sp>
          </p:grpSp>
        </p:grpSp>
        <p:sp>
          <p:nvSpPr>
            <p:cNvPr id="16" name="Arrow: Pentagon 15">
              <a:extLst>
                <a:ext uri="{FF2B5EF4-FFF2-40B4-BE49-F238E27FC236}">
                  <a16:creationId xmlns:a16="http://schemas.microsoft.com/office/drawing/2014/main" id="{FEA2A9E9-1DCA-4711-A23A-074AA0E7C0C8}"/>
                </a:ext>
              </a:extLst>
            </p:cNvPr>
            <p:cNvSpPr/>
            <p:nvPr/>
          </p:nvSpPr>
          <p:spPr>
            <a:xfrm>
              <a:off x="7256167" y="1742371"/>
              <a:ext cx="352680" cy="174692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Arrow: Pentagon 19">
              <a:extLst>
                <a:ext uri="{FF2B5EF4-FFF2-40B4-BE49-F238E27FC236}">
                  <a16:creationId xmlns:a16="http://schemas.microsoft.com/office/drawing/2014/main" id="{14C62FCF-40B5-48FE-8276-253C60C2A0DF}"/>
                </a:ext>
              </a:extLst>
            </p:cNvPr>
            <p:cNvSpPr/>
            <p:nvPr/>
          </p:nvSpPr>
          <p:spPr>
            <a:xfrm>
              <a:off x="7256167" y="3039412"/>
              <a:ext cx="352680" cy="174692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Arrow: Pentagon 20">
              <a:extLst>
                <a:ext uri="{FF2B5EF4-FFF2-40B4-BE49-F238E27FC236}">
                  <a16:creationId xmlns:a16="http://schemas.microsoft.com/office/drawing/2014/main" id="{9F4D3DA3-C59B-47DE-B20F-CB6B7B900C10}"/>
                </a:ext>
              </a:extLst>
            </p:cNvPr>
            <p:cNvSpPr/>
            <p:nvPr/>
          </p:nvSpPr>
          <p:spPr>
            <a:xfrm>
              <a:off x="7256167" y="4435274"/>
              <a:ext cx="352680" cy="174692"/>
            </a:xfrm>
            <a:prstGeom prst="homePlat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Arrow: Pentagon 21">
              <a:extLst>
                <a:ext uri="{FF2B5EF4-FFF2-40B4-BE49-F238E27FC236}">
                  <a16:creationId xmlns:a16="http://schemas.microsoft.com/office/drawing/2014/main" id="{2C3C43C7-1DA1-4E99-89EE-EEA1AF7B1842}"/>
                </a:ext>
              </a:extLst>
            </p:cNvPr>
            <p:cNvSpPr/>
            <p:nvPr/>
          </p:nvSpPr>
          <p:spPr>
            <a:xfrm>
              <a:off x="7256167" y="5837174"/>
              <a:ext cx="352680" cy="174692"/>
            </a:xfrm>
            <a:prstGeom prst="homePlat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236127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ysClr val="windowText" lastClr="000000"/>
      </a:dk1>
      <a:lt1>
        <a:sysClr val="window" lastClr="FFFFFF"/>
      </a:lt1>
      <a:dk2>
        <a:srgbClr val="DFDFDF"/>
      </a:dk2>
      <a:lt2>
        <a:srgbClr val="928B8B"/>
      </a:lt2>
      <a:accent1>
        <a:srgbClr val="415F8F"/>
      </a:accent1>
      <a:accent2>
        <a:srgbClr val="EC7474"/>
      </a:accent2>
      <a:accent3>
        <a:srgbClr val="74C77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52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Candara</vt:lpstr>
      <vt:lpstr>Georgia</vt:lpstr>
      <vt:lpstr>Georgia Pro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sandysanthiya1234@outlook.com</dc:creator>
  <cp:lastModifiedBy>sandysanthiya1234@outlook.com</cp:lastModifiedBy>
  <cp:revision>4</cp:revision>
  <dcterms:created xsi:type="dcterms:W3CDTF">2021-07-06T11:32:34Z</dcterms:created>
  <dcterms:modified xsi:type="dcterms:W3CDTF">2021-07-06T12:57:45Z</dcterms:modified>
</cp:coreProperties>
</file>